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94BBB7-2B91-4607-95B9-ACC031604E2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65B22E-8D1B-44A6-A832-18D27259947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533400"/>
            <a:ext cx="8229600" cy="6019800"/>
          </a:xfrm>
        </p:spPr>
        <p:txBody>
          <a:bodyPr/>
          <a:lstStyle/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Project Title: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Dormitory Management System 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Injibara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</a:t>
            </a:r>
          </a:p>
          <a:p>
            <a:pPr lvl="0"/>
            <a:r>
              <a:rPr lang="en-US" b="1" smtClean="0">
                <a:latin typeface="Times New Roman" pitchFamily="18" charset="0"/>
                <a:cs typeface="Times New Roman" pitchFamily="18" charset="0"/>
              </a:rPr>
              <a:t>Department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Information System, College of Engineering and Technology </a:t>
            </a:r>
          </a:p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Team Members: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Abebu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Ayenew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Elsabet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Wondayew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Yibelu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H.,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Yordanos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Y. </a:t>
            </a:r>
          </a:p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Submitted to: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Habtamu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M. </a:t>
            </a:r>
          </a:p>
          <a:p>
            <a:pPr lvl="0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16/04/2018 E.C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1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458200" cy="608076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         Introduction</a:t>
            </a:r>
            <a:endParaRPr lang="en-US" b="1" dirty="0"/>
          </a:p>
          <a:p>
            <a:pPr lvl="0"/>
            <a:r>
              <a:rPr lang="en-US" b="1" dirty="0"/>
              <a:t>Context:</a:t>
            </a:r>
            <a:r>
              <a:rPr lang="en-US" dirty="0"/>
              <a:t> Technology is essential for modern organizations to satisfy user needs and work efficiently.</a:t>
            </a:r>
          </a:p>
          <a:p>
            <a:pPr lvl="0"/>
            <a:r>
              <a:rPr lang="en-US" b="1" dirty="0"/>
              <a:t>System Name:</a:t>
            </a:r>
            <a:r>
              <a:rPr lang="en-US" dirty="0"/>
              <a:t> </a:t>
            </a:r>
            <a:r>
              <a:rPr lang="en-US" dirty="0" err="1"/>
              <a:t>Injibara</a:t>
            </a:r>
            <a:r>
              <a:rPr lang="en-US" dirty="0"/>
              <a:t> University Online Dormitory Management System (INUODMS).</a:t>
            </a:r>
          </a:p>
          <a:p>
            <a:r>
              <a:rPr lang="en-US" b="1" dirty="0"/>
              <a:t>Goal:</a:t>
            </a:r>
            <a:r>
              <a:rPr lang="en-US" dirty="0"/>
              <a:t> To modernize dormitory management and improve service delivery through digital solutions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87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  Problem </a:t>
            </a:r>
            <a:r>
              <a:rPr lang="en-US" b="1" dirty="0"/>
              <a:t>Statement</a:t>
            </a:r>
          </a:p>
          <a:p>
            <a:pPr lvl="0"/>
            <a:r>
              <a:rPr lang="en-US" b="1" dirty="0"/>
              <a:t>Manual System:</a:t>
            </a:r>
            <a:r>
              <a:rPr lang="en-US" dirty="0"/>
              <a:t> Currently relies on paper-based records stored in file cabinets.</a:t>
            </a:r>
          </a:p>
          <a:p>
            <a:pPr lvl="0"/>
            <a:r>
              <a:rPr lang="en-US" b="1" dirty="0"/>
              <a:t>Human Error:</a:t>
            </a:r>
            <a:r>
              <a:rPr lang="en-US" dirty="0"/>
              <a:t> Incorrect gender-based room assignments (e.g., males in female dorms).</a:t>
            </a:r>
          </a:p>
          <a:p>
            <a:pPr lvl="0"/>
            <a:r>
              <a:rPr lang="en-US" b="1" dirty="0"/>
              <a:t>Data Issues:</a:t>
            </a:r>
            <a:r>
              <a:rPr lang="en-US" dirty="0"/>
              <a:t> Frequent data duplication and risk of total data loss from disasters like fire.</a:t>
            </a:r>
          </a:p>
          <a:p>
            <a:pPr lvl="0"/>
            <a:r>
              <a:rPr lang="en-US" b="1" dirty="0"/>
              <a:t>Efficiency:</a:t>
            </a:r>
            <a:r>
              <a:rPr lang="en-US" dirty="0"/>
              <a:t> Processes are tedious, time-consuming, and require high administrative budgets for paper and ink.</a:t>
            </a: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1969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5532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             Objectives</a:t>
            </a:r>
            <a:endParaRPr lang="en-US" b="1" dirty="0"/>
          </a:p>
          <a:p>
            <a:pPr lvl="0"/>
            <a:r>
              <a:rPr lang="en-US" b="1" dirty="0"/>
              <a:t>General Objective:</a:t>
            </a:r>
            <a:r>
              <a:rPr lang="en-US" dirty="0"/>
              <a:t> To develop a Web-Based Dormitory Management System for </a:t>
            </a:r>
            <a:r>
              <a:rPr lang="en-US" dirty="0" err="1"/>
              <a:t>Injibara</a:t>
            </a:r>
            <a:r>
              <a:rPr lang="en-US" dirty="0"/>
              <a:t> University.</a:t>
            </a:r>
          </a:p>
          <a:p>
            <a:pPr lvl="0"/>
            <a:r>
              <a:rPr lang="en-US" b="1" dirty="0"/>
              <a:t>Specific Objectives:</a:t>
            </a:r>
            <a:endParaRPr lang="en-US" dirty="0"/>
          </a:p>
          <a:p>
            <a:pPr lvl="1"/>
            <a:r>
              <a:rPr lang="en-US" dirty="0"/>
              <a:t>Review and analyze existing manual systems.</a:t>
            </a:r>
          </a:p>
          <a:p>
            <a:pPr lvl="1"/>
            <a:r>
              <a:rPr lang="en-US" dirty="0"/>
              <a:t>Design a secure database and a friendly graphical user interface.</a:t>
            </a:r>
          </a:p>
          <a:p>
            <a:pPr lvl="1"/>
            <a:r>
              <a:rPr lang="en-US" dirty="0"/>
              <a:t>Code and test the proposed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81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4770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Proposed </a:t>
            </a:r>
            <a:r>
              <a:rPr lang="en-US" b="1" dirty="0"/>
              <a:t>Solution</a:t>
            </a:r>
          </a:p>
          <a:p>
            <a:pPr lvl="0"/>
            <a:r>
              <a:rPr lang="en-US" b="1" dirty="0"/>
              <a:t>Technology Stack:</a:t>
            </a:r>
            <a:r>
              <a:rPr lang="en-US" dirty="0"/>
              <a:t> Developed using Java and MySQL.</a:t>
            </a:r>
          </a:p>
          <a:p>
            <a:pPr lvl="0"/>
            <a:r>
              <a:rPr lang="en-US" b="1" dirty="0" smtClean="0"/>
              <a:t>Key </a:t>
            </a:r>
            <a:r>
              <a:rPr lang="en-US" b="1" dirty="0"/>
              <a:t>Features:</a:t>
            </a:r>
            <a:endParaRPr lang="en-US" dirty="0"/>
          </a:p>
          <a:p>
            <a:pPr lvl="1"/>
            <a:r>
              <a:rPr lang="en-US" dirty="0"/>
              <a:t>Real-time room availability tracking.</a:t>
            </a:r>
          </a:p>
          <a:p>
            <a:pPr lvl="1"/>
            <a:r>
              <a:rPr lang="en-US" dirty="0"/>
              <a:t>Role-based access control for security.</a:t>
            </a:r>
          </a:p>
          <a:p>
            <a:pPr lvl="1"/>
            <a:r>
              <a:rPr lang="en-US" dirty="0"/>
              <a:t>Automated attendance monitoring and report generation.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0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4770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     System </a:t>
            </a:r>
            <a:r>
              <a:rPr lang="en-US" b="1" dirty="0"/>
              <a:t>Significance</a:t>
            </a:r>
          </a:p>
          <a:p>
            <a:pPr lvl="0"/>
            <a:r>
              <a:rPr lang="en-US" b="1" dirty="0"/>
              <a:t>Accessibility:</a:t>
            </a:r>
            <a:r>
              <a:rPr lang="en-US" dirty="0"/>
              <a:t> Access information at any time from any location with network availability.</a:t>
            </a:r>
          </a:p>
          <a:p>
            <a:pPr lvl="0"/>
            <a:r>
              <a:rPr lang="en-US" b="1" dirty="0"/>
              <a:t>Accuracy:</a:t>
            </a:r>
            <a:r>
              <a:rPr lang="en-US" dirty="0"/>
              <a:t> Reduces human error and prevents data duplication.</a:t>
            </a:r>
          </a:p>
          <a:p>
            <a:pPr lvl="0"/>
            <a:r>
              <a:rPr lang="en-US" b="1" dirty="0"/>
              <a:t>Cost-Effective:</a:t>
            </a:r>
            <a:r>
              <a:rPr lang="en-US" dirty="0"/>
              <a:t> Minimizes paperwork, resource usage </a:t>
            </a:r>
            <a:r>
              <a:rPr lang="en-US" dirty="0" smtClean="0"/>
              <a:t>(paper</a:t>
            </a:r>
            <a:r>
              <a:rPr lang="en-US" dirty="0"/>
              <a:t>), and administrative workload.</a:t>
            </a:r>
          </a:p>
          <a:p>
            <a:pPr lvl="0"/>
            <a:r>
              <a:rPr lang="en-US" b="1" dirty="0"/>
              <a:t>Organization:</a:t>
            </a:r>
            <a:r>
              <a:rPr lang="en-US" dirty="0"/>
              <a:t> Manages student, building, and property information in an organized way.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42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4770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        Functional </a:t>
            </a:r>
            <a:r>
              <a:rPr lang="en-US" b="1" dirty="0"/>
              <a:t>Scope</a:t>
            </a:r>
          </a:p>
          <a:p>
            <a:pPr lvl="0"/>
            <a:r>
              <a:rPr lang="en-US" b="1" dirty="0"/>
              <a:t>Administrator:</a:t>
            </a:r>
            <a:r>
              <a:rPr lang="en-US" dirty="0"/>
              <a:t> Manages student registration, room </a:t>
            </a:r>
            <a:r>
              <a:rPr lang="en-US" dirty="0" smtClean="0"/>
              <a:t>allocations.</a:t>
            </a:r>
            <a:endParaRPr lang="en-US" dirty="0"/>
          </a:p>
          <a:p>
            <a:pPr lvl="0"/>
            <a:r>
              <a:rPr lang="en-US" b="1" dirty="0"/>
              <a:t>Proctor:</a:t>
            </a:r>
            <a:r>
              <a:rPr lang="en-US" dirty="0"/>
              <a:t> Views student lists and accesses data for daily coordination.</a:t>
            </a:r>
          </a:p>
          <a:p>
            <a:pPr lvl="0"/>
            <a:r>
              <a:rPr lang="en-US" b="1" dirty="0"/>
              <a:t>Student:</a:t>
            </a:r>
            <a:r>
              <a:rPr lang="en-US" dirty="0"/>
              <a:t> Can search for placement status, view assignments, and read announcements.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72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64008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  System </a:t>
            </a:r>
            <a:r>
              <a:rPr lang="en-US" b="1" dirty="0"/>
              <a:t>Limitations</a:t>
            </a:r>
          </a:p>
          <a:p>
            <a:pPr lvl="0"/>
            <a:r>
              <a:rPr lang="en-US" b="1" dirty="0"/>
              <a:t>Communication:</a:t>
            </a:r>
            <a:r>
              <a:rPr lang="en-US" dirty="0"/>
              <a:t> In the current version, students cannot send emergency notifications or message proctors.</a:t>
            </a:r>
          </a:p>
          <a:p>
            <a:pPr lvl="0"/>
            <a:r>
              <a:rPr lang="en-US" b="1" dirty="0"/>
              <a:t>Authorities:</a:t>
            </a:r>
            <a:r>
              <a:rPr lang="en-US" dirty="0"/>
              <a:t> Proctors cannot grant formal leave permissions or manage security protocols.</a:t>
            </a:r>
          </a:p>
          <a:p>
            <a:pPr lvl="0"/>
            <a:r>
              <a:rPr lang="en-US" b="1" dirty="0"/>
              <a:t>Infrastructure:</a:t>
            </a:r>
            <a:r>
              <a:rPr lang="en-US" dirty="0"/>
              <a:t> Requires active network connectivity; no current integration with biometric hardware.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3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Use </a:t>
            </a:r>
            <a:r>
              <a:rPr lang="en-US" b="1" dirty="0"/>
              <a:t>Case Diagram</a:t>
            </a:r>
          </a:p>
          <a:p>
            <a:pPr lvl="0"/>
            <a:r>
              <a:rPr lang="en-US" b="1" dirty="0" smtClean="0"/>
              <a:t>Key </a:t>
            </a:r>
            <a:r>
              <a:rPr lang="en-US" b="1" dirty="0"/>
              <a:t>Interactions:</a:t>
            </a:r>
            <a:endParaRPr lang="en-US" dirty="0"/>
          </a:p>
          <a:p>
            <a:pPr lvl="1"/>
            <a:r>
              <a:rPr lang="en-US" b="1" dirty="0"/>
              <a:t>Admin:</a:t>
            </a:r>
            <a:r>
              <a:rPr lang="en-US" dirty="0"/>
              <a:t> Add/Delete/Update Student &amp; Room, Assign Room.</a:t>
            </a:r>
          </a:p>
          <a:p>
            <a:pPr lvl="1"/>
            <a:r>
              <a:rPr lang="en-US" b="1" dirty="0"/>
              <a:t>Proctor:</a:t>
            </a:r>
            <a:r>
              <a:rPr lang="en-US" dirty="0"/>
              <a:t> Show Student List, Maintain Security.</a:t>
            </a:r>
          </a:p>
          <a:p>
            <a:pPr lvl="1"/>
            <a:r>
              <a:rPr lang="en-US" b="1" dirty="0"/>
              <a:t>Student:</a:t>
            </a:r>
            <a:r>
              <a:rPr lang="en-US" dirty="0"/>
              <a:t> Search Information.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99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6477000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 smtClean="0"/>
              <a:t>                               Conclusion</a:t>
            </a:r>
            <a:endParaRPr lang="en-US" b="1" dirty="0"/>
          </a:p>
          <a:p>
            <a:pPr lvl="0"/>
            <a:r>
              <a:rPr lang="en-US" b="1" dirty="0"/>
              <a:t>Viability:</a:t>
            </a:r>
            <a:r>
              <a:rPr lang="en-US" dirty="0"/>
              <a:t> A feasibility study confirms the system is technically, operationally, and economically viable.</a:t>
            </a:r>
          </a:p>
          <a:p>
            <a:pPr lvl="0"/>
            <a:r>
              <a:rPr lang="en-US" b="1" dirty="0"/>
              <a:t>Impact:</a:t>
            </a:r>
            <a:r>
              <a:rPr lang="en-US" dirty="0"/>
              <a:t> The system will modernize the university's operations and foster effective communication between students and the institution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1860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458200" cy="6400800"/>
          </a:xfrm>
        </p:spPr>
        <p:txBody>
          <a:bodyPr/>
          <a:lstStyle/>
          <a:p>
            <a:pPr marL="137160" indent="0">
              <a:buNone/>
            </a:pPr>
            <a:endParaRPr lang="en-US" dirty="0" smtClean="0"/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endParaRPr lang="en-US" dirty="0" smtClean="0"/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dirty="0" smtClean="0"/>
              <a:t>                   </a:t>
            </a:r>
          </a:p>
          <a:p>
            <a:pPr marL="13716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sz="4800" dirty="0" smtClean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8016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64</TotalTime>
  <Words>450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Apex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2025-12-25T11:04:25Z</dcterms:created>
  <dcterms:modified xsi:type="dcterms:W3CDTF">2025-12-25T12:08:49Z</dcterms:modified>
</cp:coreProperties>
</file>